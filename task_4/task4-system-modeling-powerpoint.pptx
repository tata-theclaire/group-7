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bin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Unbounde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6T19:09:37.3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6T19:09:38.31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6T19:09:38.6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6T19:09:40.7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27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8771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</a:rPr>
              <a:t>System Modeling And Design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1587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Automating attendance with facial recognition and geofencing.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7136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Context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3377684"/>
            <a:ext cx="301251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Boundary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873222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Central process connects with five external entities.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417373" y="33776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Flows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17373" y="3873222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Information exchanges between system and users/services.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500926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563439" y="57402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 Focus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3439" y="623577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Biometric and location data handled securely.</a:t>
            </a:r>
            <a:endParaRPr lang="en-US" sz="18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AC46C-BAE9-4A40-93BB-3EC24969E3D7}"/>
              </a:ext>
            </a:extLst>
          </p:cNvPr>
          <p:cNvSpPr txBox="1"/>
          <p:nvPr/>
        </p:nvSpPr>
        <p:spPr>
          <a:xfrm>
            <a:off x="12801600" y="7592972"/>
            <a:ext cx="1828800" cy="57483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09718"/>
            <a:ext cx="84058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External Interactions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8120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40328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Send login and biometric data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70013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Receive authentication and attendance confirmation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357813" y="38120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Instructors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57813" y="440328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Submit attendance requests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357813" y="4870013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Receive attendance reports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877901" y="38120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GPS Service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7901" y="440328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location details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877901" y="4870013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Receive location requests</a:t>
            </a:r>
            <a:endParaRPr lang="en-US" sz="1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E1BFA-1256-471C-92D8-C2C520AE7B92}"/>
              </a:ext>
            </a:extLst>
          </p:cNvPr>
          <p:cNvSpPr txBox="1"/>
          <p:nvPr/>
        </p:nvSpPr>
        <p:spPr>
          <a:xfrm>
            <a:off x="12694087" y="7581418"/>
            <a:ext cx="1832142" cy="62926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480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 and Privacy Measures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7101959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Biometric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Encrypted transfer and storage, compliant with regulations.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208062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985897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Location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85897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only for attendance verification with user transparency.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62070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7101959" y="57029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Access Control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619851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Role-based permissions and strict authentication protocols.</a:t>
            </a:r>
            <a:endParaRPr lang="en-US" sz="1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8DA43F-9EE8-44A9-BAF6-15E8C226BE26}"/>
                  </a:ext>
                </a:extLst>
              </p14:cNvPr>
              <p14:cNvContentPartPr/>
              <p14:nvPr/>
            </p14:nvContentPartPr>
            <p14:xfrm>
              <a:off x="13183811" y="8005722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8DA43F-9EE8-44A9-BAF6-15E8C226BE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75171" y="799672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B299841-87DF-4C58-A402-0E01AAAC20D9}"/>
              </a:ext>
            </a:extLst>
          </p:cNvPr>
          <p:cNvGrpSpPr/>
          <p:nvPr/>
        </p:nvGrpSpPr>
        <p:grpSpPr>
          <a:xfrm>
            <a:off x="13652171" y="7984482"/>
            <a:ext cx="360" cy="360"/>
            <a:chOff x="13652171" y="7984482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709AF6-6110-4E7F-BA86-32AF1F3C07C2}"/>
                    </a:ext>
                  </a:extLst>
                </p14:cNvPr>
                <p14:cNvContentPartPr/>
                <p14:nvPr/>
              </p14:nvContentPartPr>
              <p14:xfrm>
                <a:off x="13652171" y="7984482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709AF6-6110-4E7F-BA86-32AF1F3C07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43171" y="79758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9A29BD-0F22-4F11-802E-5E91DC243365}"/>
                    </a:ext>
                  </a:extLst>
                </p14:cNvPr>
                <p14:cNvContentPartPr/>
                <p14:nvPr/>
              </p14:nvContentPartPr>
              <p14:xfrm>
                <a:off x="13652171" y="7984482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9A29BD-0F22-4F11-802E-5E91DC2433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43171" y="79758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D9BA93-B9A4-4AEC-AEE3-01F9CF0A0F69}"/>
                  </a:ext>
                </a:extLst>
              </p14:cNvPr>
              <p14:cNvContentPartPr/>
              <p14:nvPr/>
            </p14:nvContentPartPr>
            <p14:xfrm>
              <a:off x="13098851" y="7857042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D9BA93-B9A4-4AEC-AEE3-01F9CF0A0F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90211" y="784804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7958D57-2B72-464C-8F10-CF053267CBE1}"/>
              </a:ext>
            </a:extLst>
          </p:cNvPr>
          <p:cNvSpPr txBox="1"/>
          <p:nvPr/>
        </p:nvSpPr>
        <p:spPr>
          <a:xfrm>
            <a:off x="12800976" y="7283302"/>
            <a:ext cx="1712465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67928"/>
            <a:ext cx="913971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Flow Diagram (Level 1)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Register, Login, Location Confirm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Facial Recognition, Attendance Recording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Monitoring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Stores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36149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Database holds credentials, logs, biometric and geofence data.</a:t>
            </a:r>
            <a:endParaRPr lang="en-US" sz="1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D0E1C-97B3-4BA0-A408-7912E7861503}"/>
              </a:ext>
            </a:extLst>
          </p:cNvPr>
          <p:cNvSpPr txBox="1"/>
          <p:nvPr/>
        </p:nvSpPr>
        <p:spPr>
          <a:xfrm>
            <a:off x="12743727" y="7315200"/>
            <a:ext cx="1886672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2102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 Case Diagram and Analysis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288030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35273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4022884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Students, Lecturers, Admins, External Systems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4884539"/>
            <a:ext cx="7468553" cy="1823918"/>
          </a:xfrm>
          <a:prstGeom prst="roundRect">
            <a:avLst>
              <a:gd name="adj" fmla="val 1969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563439" y="51238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Use Cases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63439" y="5619393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Facial Check-In, Geofencing, Manual Override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563439" y="6086118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Report Generation, Geofence Configuration</a:t>
            </a:r>
            <a:endParaRPr lang="en-US" sz="1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7BF1C-C233-4B08-9AF9-86730400C895}"/>
              </a:ext>
            </a:extLst>
          </p:cNvPr>
          <p:cNvSpPr txBox="1"/>
          <p:nvPr/>
        </p:nvSpPr>
        <p:spPr>
          <a:xfrm>
            <a:off x="12801600" y="7697165"/>
            <a:ext cx="1724628" cy="40458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720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Sequence Diagram Highlights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23909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937974" y="329707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321368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 Signup &amp; Login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168854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Register with biometric data, authenticate with matricule and password.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721662" y="323909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4821912" y="329707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99497" y="3321368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Attendance Check-In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9497" y="4168854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Verify active session, location, and facial identity.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79667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937974" y="5854660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8789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Lecturer Actions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374487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Initiate sessions, track attendance, generate reports.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01265"/>
            <a:ext cx="823972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 Diagram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803571"/>
            <a:ext cx="358675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Role-Based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94835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Distinct roles for students, lecturers, and admins.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803571"/>
            <a:ext cx="36957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Session &amp; Attendance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94835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Sessions linked to geofences; attendance logged with verification.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803571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Validation &amp; Notifications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746784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Face and location checks with real-time alerts.</a:t>
            </a:r>
            <a:endParaRPr lang="en-US" sz="1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49F18-F5FE-47AB-A52E-24432D514F0C}"/>
              </a:ext>
            </a:extLst>
          </p:cNvPr>
          <p:cNvSpPr txBox="1"/>
          <p:nvPr/>
        </p:nvSpPr>
        <p:spPr>
          <a:xfrm>
            <a:off x="12790024" y="7604566"/>
            <a:ext cx="1840375" cy="52086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480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 Diagram &amp; System Flow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3992880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Mobile app, cloud services, database, admin interface.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721662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499497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Interactions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99497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facial and location verification with secure data flow.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62070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615559" y="57029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Functionality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15559" y="619851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attendance logging with scalable cloud backend.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63C64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202F6A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301</Words>
  <Application>Microsoft Office PowerPoint</Application>
  <PresentationFormat>Custom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Unbounded</vt:lpstr>
      <vt:lpstr>Calibri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VERENA</cp:lastModifiedBy>
  <cp:revision>8</cp:revision>
  <dcterms:created xsi:type="dcterms:W3CDTF">2025-05-26T16:11:15Z</dcterms:created>
  <dcterms:modified xsi:type="dcterms:W3CDTF">2025-05-26T19:57:59Z</dcterms:modified>
</cp:coreProperties>
</file>